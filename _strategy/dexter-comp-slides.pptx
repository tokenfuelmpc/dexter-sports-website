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agencies fight over Power-5 head coaches. Boutiques like BDS stop at women's basketball. Nobody serves women coaches and assistants across all sports at mid-major and below. That is Dexter's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-54864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0" b="1" dirty="0">
                <a:solidFill>
                  <a:srgbClr val="F1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middle of the market is wide open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45720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25880"/>
            <a:ext cx="0" cy="32004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Power-5 head coaches &amp; stars  →  assistants, mid-major, D-II/III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-10058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Football &amp; men's-led  →  women's &amp; all sports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1737360" cy="1344168"/>
          </a:xfrm>
          <a:prstGeom prst="roundRect">
            <a:avLst>
              <a:gd name="adj" fmla="val 5442"/>
            </a:avLst>
          </a:prstGeom>
          <a:solidFill>
            <a:srgbClr val="C9A227">
              <a:alpha val="15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33856" y="4087368"/>
            <a:ext cx="109728" cy="109728"/>
          </a:xfrm>
          <a:prstGeom prst="ellipse">
            <a:avLst/>
          </a:prstGeom>
          <a:solidFill>
            <a:srgbClr val="14213D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9304" y="4032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CAA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99616" y="3703320"/>
            <a:ext cx="109728" cy="109728"/>
          </a:xfrm>
          <a:prstGeom prst="ellipse">
            <a:avLst/>
          </a:prstGeom>
          <a:solidFill>
            <a:srgbClr val="14213D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55064" y="3648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Athletes First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56816" y="3319272"/>
            <a:ext cx="109728" cy="109728"/>
          </a:xfrm>
          <a:prstGeom prst="ellipse">
            <a:avLst/>
          </a:prstGeom>
          <a:solidFill>
            <a:srgbClr val="14213D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12264" y="32644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Octagon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16736" y="2935224"/>
            <a:ext cx="109728" cy="109728"/>
          </a:xfrm>
          <a:prstGeom prst="ellipse">
            <a:avLst/>
          </a:prstGeom>
          <a:solidFill>
            <a:srgbClr val="14213D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72184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The Team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14016" y="3831336"/>
            <a:ext cx="109728" cy="109728"/>
          </a:xfrm>
          <a:prstGeom prst="ellipse">
            <a:avLst/>
          </a:prstGeom>
          <a:solidFill>
            <a:srgbClr val="2F6F73"/>
          </a:solidFill>
          <a:ln w="15875">
            <a:solidFill>
              <a:srgbClr val="2F6F7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9464" y="3776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Kauffman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88336" y="2807208"/>
            <a:ext cx="109728" cy="109728"/>
          </a:xfrm>
          <a:prstGeom prst="ellipse">
            <a:avLst/>
          </a:prstGeom>
          <a:solidFill>
            <a:srgbClr val="2F6F73"/>
          </a:solidFill>
          <a:ln w="15875">
            <a:solidFill>
              <a:srgbClr val="2F6F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43784" y="2752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Coaches Inc.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54096" y="2359152"/>
            <a:ext cx="109728" cy="109728"/>
          </a:xfrm>
          <a:prstGeom prst="ellipse">
            <a:avLst/>
          </a:prstGeom>
          <a:solidFill>
            <a:srgbClr val="2F6F73"/>
          </a:solidFill>
          <a:ln w="15875">
            <a:solidFill>
              <a:srgbClr val="2F6F7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9544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BDS Agency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39696" y="248716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95144" y="24323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Parker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73936" y="2103120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29384" y="2048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TurnkeyZRG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1682496"/>
            <a:ext cx="182880" cy="182880"/>
          </a:xfrm>
          <a:prstGeom prst="ellipse">
            <a:avLst/>
          </a:prstGeom>
          <a:solidFill>
            <a:srgbClr val="C9A227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Dexter Sports Co.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1143000"/>
            <a:ext cx="100584" cy="1005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0704" y="1088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Elite agents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14600" y="1143000"/>
            <a:ext cx="100584" cy="100584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60904" y="1088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Boutique coach agents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0" y="114300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61104" y="1088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School-paid search firms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97880" y="1463040"/>
            <a:ext cx="0" cy="73152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0" y="1435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6035040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of women's college teams are led by women; ~7% by women of color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97880" y="2423160"/>
            <a:ext cx="0" cy="73152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~2/3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of full-time assistant coaches are women: the pipeline we serve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97880" y="3383280"/>
            <a:ext cx="0" cy="73152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35040" y="3355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$7B</a:t>
            </a:r>
            <a:endParaRPr lang="en-US" sz="2200" dirty="0"/>
          </a:p>
        </p:txBody>
      </p:sp>
      <p:sp>
        <p:nvSpPr>
          <p:cNvPr id="44" name="Text 42"/>
          <p:cNvSpPr txBox="1"/>
          <p:nvPr/>
        </p:nvSpPr>
        <p:spPr>
          <a:xfrm>
            <a:off x="6035040" y="3730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CAA valuation in 2023, up from $1.1B in 2014. Capital is paying for rosters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Positioning is illustrative. Sources: NCAA, WeCOACH, Sportico, Pollstar.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</a:rPr>
              <a:t>WHO WE COMPETE WITH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is flowing into representation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554480"/>
                <a:gridCol w="3291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Reported financials / transactions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CAA Sports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Elite agent, ~3–4%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50+ FBS coaches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~$578M sports revenue (2024); ~$7B valuation in 2023 Artémis deal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The Team (ex-Wasserman)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Elite agent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~4,000 staff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#2 sports agency; Providence Equity founder buyout (Jul 2026)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Athletes First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Athlete &amp; coach agent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450+ clients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$50M valuation (2015); VC-led majority buyout since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The BDS Agency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Boutique coach agent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200+ D-I renegotiations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Private; none reported. Closest comp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Parker Executive Search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School-paid search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1,750+ searches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$60K–$120K per head-coach search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TurnkeyZRG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School-paid search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200+ athletics searches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Acquired by PE-backed ZRG (2021)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</a:rPr>
                        <a:t>Opendorse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NIL platform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100K+ athletes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</a:rPr>
                        <a:t>~$26M–$40M raised; $20M round (2022)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</a:rPr>
                        <a:t>Dexter Sports Co.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</a:rPr>
                        <a:t>Coach agent + placement desk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13D"/>
                          </a:solidFill>
                        </a:rPr>
                        <a:t>Women coaches, all sports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213D"/>
                          </a:solidFill>
                        </a:rPr>
                        <a:t>3% fee, $6K floor; seed stage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67912"/>
            <a:ext cx="54864" cy="32918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F6F73"/>
                </a:solidFill>
              </a:rPr>
              <a:t>Our edge: founder with a Juris Masters in contracting &amp; compliance, a decade of corporate partnerships and major gifts, SEC university advancement experience, and a D-I playing career.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Sources: Sportico, Pollstar, SportsBusiness Journal, Front Office Sports, CBS Sports, Hunt Scanlon, SportBusiness, company sites. Private firms do not report financials.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2026-10-07T18:00:48Z</dcterms:created>
  <dcterms:modified xsi:type="dcterms:W3CDTF">2026-10-07T18:00:48Z</dcterms:modified>
</cp:coreProperties>
</file>