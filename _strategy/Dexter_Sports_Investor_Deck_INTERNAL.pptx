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2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41A24"/>
                </a:solidFill>
                <a:latin typeface="Arial"/>
              </a:rPr>
              <a:t>Total Revenue — Base vs. Upside ($000s)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case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114</c:v>
                </c:pt>
                <c:pt idx="1">
                  <c:v>200</c:v>
                </c:pt>
                <c:pt idx="2">
                  <c:v>370</c:v>
                </c:pt>
                <c:pt idx="3">
                  <c:v>460</c:v>
                </c:pt>
                <c:pt idx="4">
                  <c:v>574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8E-4488-B1BE-CBDAF7BD62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Upside case</c:v>
                </c:pt>
              </c:strCache>
            </c:strRef>
          </c:tx>
          <c:spPr>
            <a:solidFill>
              <a:srgbClr val="D4A62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171</c:v>
                </c:pt>
                <c:pt idx="1">
                  <c:v>274</c:v>
                </c:pt>
                <c:pt idx="2">
                  <c:v>465</c:v>
                </c:pt>
                <c:pt idx="3">
                  <c:v>582</c:v>
                </c:pt>
                <c:pt idx="4">
                  <c:v>729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8E-4488-B1BE-CBDAF7BD62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F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Arial"/>
                  </a:rPr>
                  <a:t>Revenue ($000s)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41A2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519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-548640"/>
            <a:ext cx="5943600" cy="786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3000" b="1" dirty="0">
                <a:solidFill>
                  <a:srgbClr val="12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43000" dirty="0"/>
          </a:p>
        </p:txBody>
      </p:sp>
      <p:sp>
        <p:nvSpPr>
          <p:cNvPr id="3" name="Shape 1"/>
          <p:cNvSpPr/>
          <p:nvPr/>
        </p:nvSpPr>
        <p:spPr>
          <a:xfrm>
            <a:off x="777240" y="59436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5760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62456" y="57607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 </a:t>
            </a: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Sports Co.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200" b="1" kern="0" spc="20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REPRESENTATION</a:t>
            </a:r>
            <a:r>
              <a:rPr lang="en-US" sz="12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1200" b="1" kern="0" spc="20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 GUIDANCE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228600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talent.
Shape the opportunity.
</a:t>
            </a:r>
            <a:r>
              <a:rPr lang="en-US" sz="4600" i="1" dirty="0">
                <a:solidFill>
                  <a:srgbClr val="93B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what lasts.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advocate for coaches — especially women coaches and the assistants the big agencies overlook — and for athletes and families navigating NIL.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INVESTMENT OVERVIEW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Women-Owned Social Enterprise   ·   Confidential 2026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74175" y="164592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kern="0" spc="100" dirty="0">
                <a:solidFill>
                  <a:srgbClr val="D4A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INTERNAL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coaches the big agencies </a:t>
            </a:r>
            <a:r>
              <a:rPr lang="en-US" sz="2900" i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overlook.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657600" cy="3977640"/>
          </a:xfrm>
          <a:prstGeom prst="roundRect">
            <a:avLst>
              <a:gd name="adj" fmla="val 3000"/>
            </a:avLst>
          </a:prstGeom>
          <a:solidFill>
            <a:srgbClr val="0B12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3317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30632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$500K–$5M+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1005840" y="3840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collegiate head-coaching salary range.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48920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D4A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single placement at up to 3% is a meaningful, repeatable fee.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011680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947672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coaches are underrepresented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5440680" y="2377440"/>
            <a:ext cx="5989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fill the assistant pipeline but rarely reach the top jobs. Dedicated, outcomes-focused representation is scarce.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709160" y="3172968"/>
            <a:ext cx="676656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383280"/>
            <a:ext cx="475488" cy="4754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40680" y="3319272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 has reached high school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5440680" y="3749040"/>
            <a:ext cx="5989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and South Carolina now permit HS NIL — a first-mover market for athletes and families navigating offers.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09160" y="4544568"/>
            <a:ext cx="676656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4754880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4690872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Representation is fragmented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5440680" y="5120640"/>
            <a:ext cx="5989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Coaches and athletes manage contracts, brand, and career moves with little integrated, values-aligned support.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 Sports Co.</a:t>
            </a:r>
            <a:r>
              <a:rPr lang="en-US" sz="8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The Opportunity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9174175" y="164592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kern="0" spc="100" dirty="0">
                <a:solidFill>
                  <a:srgbClr val="D4A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INTERNAL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EXIST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pipeline that </a:t>
            </a:r>
            <a:r>
              <a:rPr lang="en-US" sz="2900" i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stalls before the top.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fill the assistant-coach pipeline but rarely reach the head jobs — representation is scarcest exactly there.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423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9260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~2/3</a:t>
            </a: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*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941832" y="35204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full-time assistant coaches are women — the pipeline we serve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529584" y="21488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904" y="24231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58184" y="29260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*</a:t>
            </a:r>
            <a:endParaRPr lang="en-US" sz="3100" dirty="0"/>
          </a:p>
        </p:txBody>
      </p:sp>
      <p:sp>
        <p:nvSpPr>
          <p:cNvPr id="12" name="Text 8"/>
          <p:cNvSpPr/>
          <p:nvPr/>
        </p:nvSpPr>
        <p:spPr>
          <a:xfrm>
            <a:off x="3785616" y="35204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coaches on women's college teams are women (2024) — below the 1980s peak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373368" y="21488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24231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01968" y="29260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 **</a:t>
            </a:r>
            <a:endParaRPr lang="en-US" sz="3100" dirty="0"/>
          </a:p>
        </p:txBody>
      </p:sp>
      <p:sp>
        <p:nvSpPr>
          <p:cNvPr id="16" name="Text 11"/>
          <p:cNvSpPr/>
          <p:nvPr/>
        </p:nvSpPr>
        <p:spPr>
          <a:xfrm>
            <a:off x="6629400" y="35204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women's-team head coaches are women of color; 44% of D-I schools employ none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9217152" y="21488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1472" y="242316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445752" y="29260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/ 55%</a:t>
            </a: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*</a:t>
            </a:r>
            <a:endParaRPr lang="en-US" sz="3100" dirty="0"/>
          </a:p>
        </p:txBody>
      </p:sp>
      <p:sp>
        <p:nvSpPr>
          <p:cNvPr id="20" name="Text 14"/>
          <p:cNvSpPr/>
          <p:nvPr/>
        </p:nvSpPr>
        <p:spPr>
          <a:xfrm>
            <a:off x="9473184" y="35204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are 43% of varsity athletes but 55% of undergraduates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85800" y="4617720"/>
            <a:ext cx="10817352" cy="1280160"/>
          </a:xfrm>
          <a:prstGeom prst="roundRect">
            <a:avLst>
              <a:gd name="adj" fmla="val 8571"/>
            </a:avLst>
          </a:prstGeom>
          <a:solidFill>
            <a:srgbClr val="0B1220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4956048"/>
            <a:ext cx="566928" cy="56692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874520" y="4773168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pipeline, a narrow top.  </a:t>
            </a:r>
            <a:r>
              <a:rPr lang="en-US" sz="115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agencies compete for Power-conference head coaches and star athletes. Women coaches and mid-career assistants — especially at mid-major, D-II and D-III, and in sports beyond basketball — rarely get an advocate. That's who Dexter is built for.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685800" y="645566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The Collective Think Tank, Women in NCAA Intercollegiate Athletics (2026), via WIA Report.  ** Tucker Center / WeCOACH, Women in College Coaching Report Card 2025–26 (94 D-I schools). Populations differ: Tucker covers D-I head coaches; the Collective Think Tank covers all coaches across 1,000+ schools.</a:t>
            </a:r>
            <a:endParaRPr lang="en-US" sz="700" dirty="0"/>
          </a:p>
        </p:txBody>
      </p:sp>
      <p:sp>
        <p:nvSpPr>
          <p:cNvPr id="25" name="Text 18"/>
          <p:cNvSpPr/>
          <p:nvPr/>
        </p:nvSpPr>
        <p:spPr>
          <a:xfrm>
            <a:off x="9174175" y="164592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kern="0" spc="100" dirty="0">
                <a:solidFill>
                  <a:srgbClr val="D4A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INTERNAL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BY THE NUMBERS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women in the game than ever.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participation and a fast-growing NIL market mean more opportunities, and more contracts and offers that need a careful advocate.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423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9260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242,341 *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941832" y="35204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competed in NCAA sports in 2024–25, a record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529584" y="21488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904" y="24231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58184" y="29260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3.54M **</a:t>
            </a:r>
            <a:endParaRPr lang="en-US" sz="3100" dirty="0"/>
          </a:p>
        </p:txBody>
      </p:sp>
      <p:sp>
        <p:nvSpPr>
          <p:cNvPr id="12" name="Text 8"/>
          <p:cNvSpPr/>
          <p:nvPr/>
        </p:nvSpPr>
        <p:spPr>
          <a:xfrm>
            <a:off x="3785616" y="35204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girls played high school sports in 2024–25, also a record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373368" y="21488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24231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01968" y="29260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$1.67B ***</a:t>
            </a:r>
            <a:endParaRPr lang="en-US" sz="3100" dirty="0"/>
          </a:p>
        </p:txBody>
      </p:sp>
      <p:sp>
        <p:nvSpPr>
          <p:cNvPr id="16" name="Text 11"/>
          <p:cNvSpPr/>
          <p:nvPr/>
        </p:nvSpPr>
        <p:spPr>
          <a:xfrm>
            <a:off x="6629400" y="35204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NIL market in 2024–25, up from $917M in 2021–22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9217152" y="21488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1472" y="242316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445752" y="29260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 ***</a:t>
            </a:r>
            <a:endParaRPr lang="en-US" sz="3100" dirty="0"/>
          </a:p>
        </p:txBody>
      </p:sp>
      <p:sp>
        <p:nvSpPr>
          <p:cNvPr id="20" name="Text 14"/>
          <p:cNvSpPr/>
          <p:nvPr/>
        </p:nvSpPr>
        <p:spPr>
          <a:xfrm>
            <a:off x="9473184" y="35204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commercial NIL pay went to women's basketball, passing men's basketball (8.6%)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85800" y="4617720"/>
            <a:ext cx="10817352" cy="1280160"/>
          </a:xfrm>
          <a:prstGeom prst="roundRect">
            <a:avLst>
              <a:gd name="adj" fmla="val 8571"/>
            </a:avLst>
          </a:prstGeom>
          <a:solidFill>
            <a:srgbClr val="0B122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4956048"/>
            <a:ext cx="566928" cy="56692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874520" y="4773168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 market, uneven share.  </a:t>
            </a:r>
            <a:r>
              <a:rPr lang="en-US" sz="115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deals reward women athletes, but donor-funded collectives still send most of their money to football and men's basketball (women's volleyball gets under 1%). Women head coaches grew 13% in a decade to 5,126.* Demand for a careful advocate is growing on both sides.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685800" y="645566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NCAA, Sports Sponsorship and Participation Rates Report (2024–25) and Demographics Database (2025), via NCAA.org.  ** NFHS, High School Athletics Participation Survey 2024–25 (Sept 2025).  *** Opendorse, NIL at 3: The Annual Opendorse Report (July 2024); market figures are Opendorse projections.</a:t>
            </a:r>
            <a:endParaRPr lang="en-US" sz="700" dirty="0"/>
          </a:p>
        </p:txBody>
      </p:sp>
      <p:sp>
        <p:nvSpPr>
          <p:cNvPr id="25" name="Text 18"/>
          <p:cNvSpPr/>
          <p:nvPr/>
        </p:nvSpPr>
        <p:spPr>
          <a:xfrm>
            <a:off x="9174175" y="164592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kern="0" spc="100" dirty="0">
                <a:solidFill>
                  <a:srgbClr val="D4A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INTERNAL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484646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middle of the market is </a:t>
            </a:r>
            <a:r>
              <a:rPr lang="en-US" sz="2900" i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wide open.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giants fight over the top. Dexter owns the underserved middle — women coaches and assistants, mid-major to D-III.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03120"/>
            <a:ext cx="2743200" cy="548640"/>
          </a:xfrm>
          <a:prstGeom prst="roundRect">
            <a:avLst>
              <a:gd name="adj" fmla="val 20000"/>
            </a:avLst>
          </a:prstGeom>
          <a:solidFill>
            <a:srgbClr val="0B122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21408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 agents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61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Power-5 heads &amp; pro stars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CAA
Athletes First
Octagon
Excel
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0" y="210312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2103120"/>
            <a:ext cx="2743200" cy="54864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794760" y="2121408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Women-founded boutiques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2761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Niche by sport / role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0" y="315468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KMM Sports
OneForOne
Spisak
BDS Agency
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29400" y="210312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29400" y="2103120"/>
            <a:ext cx="2743200" cy="548640"/>
          </a:xfrm>
          <a:prstGeom prst="roundRect">
            <a:avLst>
              <a:gd name="adj" fmla="val 20000"/>
            </a:avLst>
          </a:prstGeom>
          <a:solidFill>
            <a:srgbClr val="6B7280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2121408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School-paid search firms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12280" y="2761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$25K–120K / search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12280" y="315468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Parker
TurnkeyZRG
Collegiate Sports
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601200" y="2103120"/>
            <a:ext cx="1901952" cy="2286000"/>
          </a:xfrm>
          <a:prstGeom prst="roundRect">
            <a:avLst>
              <a:gd name="adj" fmla="val 5769"/>
            </a:avLst>
          </a:prstGeom>
          <a:solidFill>
            <a:srgbClr val="0B1220"/>
          </a:solidFill>
          <a:ln w="25400">
            <a:solidFill>
              <a:srgbClr val="D4A62A"/>
            </a:solidFill>
            <a:prstDash val="solid"/>
          </a:ln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2331720"/>
            <a:ext cx="384048" cy="38404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601200" y="278892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D4A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710928" y="3154680"/>
            <a:ext cx="16824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coaches &amp; assistants, all sports, mid-major → D-III</a:t>
            </a:r>
            <a:endParaRPr lang="en-US" sz="10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81728"/>
            <a:ext cx="365760" cy="36576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280160" y="46634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Power-5 heads &amp; men's-led  </a:t>
            </a:r>
            <a:r>
              <a:rPr lang="en-US" sz="13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assistants, mid-major, D-II/III</a:t>
            </a:r>
            <a:endParaRPr lang="en-US" sz="13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40096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80160" y="532180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Football &amp; basketball  </a:t>
            </a:r>
            <a:r>
              <a:rPr lang="en-US" sz="13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women's &amp; all sports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85800" y="6473952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is illustrative. Sources: Sportico, Pollstar, Front Office Sports, Hunt Scanlon; coaching-equity data per The Collective Think Tank (2026) and Tucker Center / WeCOACH (2025–26).</a:t>
            </a:r>
            <a:endParaRPr lang="en-US" sz="700" dirty="0"/>
          </a:p>
        </p:txBody>
      </p:sp>
      <p:sp>
        <p:nvSpPr>
          <p:cNvPr id="29" name="Text 24"/>
          <p:cNvSpPr/>
          <p:nvPr/>
        </p:nvSpPr>
        <p:spPr>
          <a:xfrm>
            <a:off x="9174175" y="164592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kern="0" spc="100" dirty="0">
                <a:solidFill>
                  <a:srgbClr val="D4A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INTERNAL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COMPETE WITH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is flowing into </a:t>
            </a:r>
            <a:r>
              <a:rPr lang="en-US" sz="2900" i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representation.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Boutiques with defensible rosters are acquisition targets — a credible exit path for Dexter.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2286000" cy="420624"/>
          </a:xfrm>
          <a:prstGeom prst="rect">
            <a:avLst/>
          </a:prstGeom>
          <a:solidFill>
            <a:srgbClr val="0B1220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05740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71800" y="2057400"/>
            <a:ext cx="2286000" cy="420624"/>
          </a:xfrm>
          <a:prstGeom prst="rect">
            <a:avLst/>
          </a:prstGeom>
          <a:solidFill>
            <a:srgbClr val="0B1220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81528" y="205740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257800" y="2057400"/>
            <a:ext cx="2377440" cy="420624"/>
          </a:xfrm>
          <a:prstGeom prst="rect">
            <a:avLst/>
          </a:prstGeom>
          <a:solidFill>
            <a:srgbClr val="0B1220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67528" y="205740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635240" y="2057400"/>
            <a:ext cx="3867912" cy="420624"/>
          </a:xfrm>
          <a:prstGeom prst="rect">
            <a:avLst/>
          </a:prstGeom>
          <a:solidFill>
            <a:srgbClr val="0B1220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44968" y="2057400"/>
            <a:ext cx="3685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financials / transactions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2478024"/>
            <a:ext cx="2286000" cy="420624"/>
          </a:xfrm>
          <a:prstGeom prst="rect">
            <a:avLst/>
          </a:prstGeom>
          <a:solidFill>
            <a:srgbClr val="F3F1EA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478024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CAA Sports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71800" y="2478024"/>
            <a:ext cx="2286000" cy="420624"/>
          </a:xfrm>
          <a:prstGeom prst="rect">
            <a:avLst/>
          </a:prstGeom>
          <a:solidFill>
            <a:srgbClr val="F3F1EA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81528" y="2478024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 agent, ~3–4%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57800" y="2478024"/>
            <a:ext cx="2377440" cy="420624"/>
          </a:xfrm>
          <a:prstGeom prst="rect">
            <a:avLst/>
          </a:prstGeom>
          <a:solidFill>
            <a:srgbClr val="F3F1EA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67528" y="2478024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FBS coaches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35240" y="2478024"/>
            <a:ext cx="3867912" cy="420624"/>
          </a:xfrm>
          <a:prstGeom prst="rect">
            <a:avLst/>
          </a:prstGeom>
          <a:solidFill>
            <a:srgbClr val="F3F1EA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44968" y="2478024"/>
            <a:ext cx="3685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~$578M sports revenue; ~$7B valuation (2023)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5800" y="2898648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289864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Athletes First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71800" y="2898648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81528" y="289864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Athlete &amp; coach agent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257800" y="2898648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67528" y="289864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450+ clients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635240" y="2898648"/>
            <a:ext cx="386791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44968" y="2898648"/>
            <a:ext cx="3685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$50M val. (2015) → VC majority, well above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3319272"/>
            <a:ext cx="2286000" cy="420624"/>
          </a:xfrm>
          <a:prstGeom prst="rect">
            <a:avLst/>
          </a:prstGeom>
          <a:solidFill>
            <a:srgbClr val="F3F1EA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331927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BDS Agency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971800" y="3319272"/>
            <a:ext cx="2286000" cy="420624"/>
          </a:xfrm>
          <a:prstGeom prst="rect">
            <a:avLst/>
          </a:prstGeom>
          <a:solidFill>
            <a:srgbClr val="F3F1EA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81528" y="331927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Boutique coach agent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257800" y="3319272"/>
            <a:ext cx="2377440" cy="420624"/>
          </a:xfrm>
          <a:prstGeom prst="rect">
            <a:avLst/>
          </a:prstGeom>
          <a:solidFill>
            <a:srgbClr val="F3F1EA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67528" y="3319272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D-I renegotiations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635240" y="3319272"/>
            <a:ext cx="3867912" cy="420624"/>
          </a:xfrm>
          <a:prstGeom prst="rect">
            <a:avLst/>
          </a:prstGeom>
          <a:solidFill>
            <a:srgbClr val="F3F1EA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44968" y="3319272"/>
            <a:ext cx="3685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Private; none reported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85800" y="3739896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528" y="3739896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Parker Executive Search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971800" y="3739896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81528" y="3739896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School-paid search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257800" y="3739896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67528" y="3739896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1,750+ searches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635240" y="3739896"/>
            <a:ext cx="386791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44968" y="3739896"/>
            <a:ext cx="3685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$60K–$120K per head-coach search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85800" y="4160520"/>
            <a:ext cx="2286000" cy="420624"/>
          </a:xfrm>
          <a:prstGeom prst="rect">
            <a:avLst/>
          </a:prstGeom>
          <a:solidFill>
            <a:srgbClr val="F3F1EA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5528" y="416052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Opendorse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971800" y="4160520"/>
            <a:ext cx="2286000" cy="420624"/>
          </a:xfrm>
          <a:prstGeom prst="rect">
            <a:avLst/>
          </a:prstGeom>
          <a:solidFill>
            <a:srgbClr val="F3F1EA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81528" y="416052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 platform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257800" y="4160520"/>
            <a:ext cx="2377440" cy="420624"/>
          </a:xfrm>
          <a:prstGeom prst="rect">
            <a:avLst/>
          </a:prstGeom>
          <a:solidFill>
            <a:srgbClr val="F3F1EA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67528" y="416052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100K+ athletes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635240" y="4160520"/>
            <a:ext cx="3867912" cy="420624"/>
          </a:xfrm>
          <a:prstGeom prst="rect">
            <a:avLst/>
          </a:prstGeom>
          <a:solidFill>
            <a:srgbClr val="F3F1EA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44968" y="4160520"/>
            <a:ext cx="3685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~$26M–$40M raised; $20M round (2022)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85800" y="4581144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5528" y="4581144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KMM Sports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971800" y="4581144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81528" y="4581144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Women-founded, attorney/NFLPA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257800" y="4581144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67528" y="4581144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 → pro &amp; Olympic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635240" y="4581144"/>
            <a:ext cx="386791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44968" y="4581144"/>
            <a:ext cx="3685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Private; 2026 Borchetta platform partnership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85800" y="5001768"/>
            <a:ext cx="2286000" cy="420624"/>
          </a:xfrm>
          <a:prstGeom prst="rect">
            <a:avLst/>
          </a:prstGeom>
          <a:solidFill>
            <a:srgbClr val="E7EE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5528" y="500176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D4F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 Sports Co.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971800" y="5001768"/>
            <a:ext cx="2286000" cy="420624"/>
          </a:xfrm>
          <a:prstGeom prst="rect">
            <a:avLst/>
          </a:prstGeom>
          <a:solidFill>
            <a:srgbClr val="E7EE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081528" y="500176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D4F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rep + NIL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257800" y="5001768"/>
            <a:ext cx="2377440" cy="420624"/>
          </a:xfrm>
          <a:prstGeom prst="rect">
            <a:avLst/>
          </a:prstGeom>
          <a:solidFill>
            <a:srgbClr val="E7EE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67528" y="500176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D4F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coaches, all sports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635240" y="5001768"/>
            <a:ext cx="3867912" cy="420624"/>
          </a:xfrm>
          <a:prstGeom prst="rect">
            <a:avLst/>
          </a:prstGeom>
          <a:solidFill>
            <a:srgbClr val="E7EE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744968" y="5001768"/>
            <a:ext cx="3685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D4F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 fee, $6K floor; search-desk line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edge: a founder with a Juris Master in contracting &amp; compliance (FSU), a decade of corporate partnerships and major gifts, and SEC-university advancement experience — building the agency women coaches haven't had.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85800" y="6547104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Sportico, Pollstar, SportsBusiness Journal, Front Office Sports, CBS Sports, Hunt Scanlon, company sites. Private firms marked none reported.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9174175" y="164592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kern="0" spc="100" dirty="0">
                <a:solidFill>
                  <a:srgbClr val="D4A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INTERNAL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CLOSEST PEERS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cohort of </a:t>
            </a:r>
            <a:r>
              <a:rPr lang="en-US" sz="2900" i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women-founded agencies.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truest comps aren't the giants — they're founder-led, women-built agencies. Each owns a niche; none owns ours.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3630168" cy="2514600"/>
          </a:xfrm>
          <a:prstGeom prst="roundRect">
            <a:avLst>
              <a:gd name="adj" fmla="val 4364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441448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423160"/>
            <a:ext cx="2624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KMM Sports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770632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City · est. 2005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78408" y="3200400"/>
            <a:ext cx="308152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Attorney &amp; NFLPA-certified founder (Kelli Masters). Full-service, HS → pro &amp; Olympic. 'Represent the whole person.'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78408" y="4206240"/>
            <a:ext cx="304495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8408" y="4206240"/>
            <a:ext cx="3044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&amp; NFL athletes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79392" y="2148840"/>
            <a:ext cx="3630168" cy="2514600"/>
          </a:xfrm>
          <a:prstGeom prst="roundRect">
            <a:avLst>
              <a:gd name="adj" fmla="val 4364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441448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48072" y="2423160"/>
            <a:ext cx="2624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OneForOne Agency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148072" y="2770632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athletes · brands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572000" y="3200400"/>
            <a:ext cx="308152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Female-founded, female-supported. Bridges brands and female athletes with creative &amp; marketing services.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572000" y="4206240"/>
            <a:ext cx="304495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72000" y="4206240"/>
            <a:ext cx="3044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 &amp; brand deals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872984" y="2148840"/>
            <a:ext cx="3630168" cy="2514600"/>
          </a:xfrm>
          <a:prstGeom prst="roundRect">
            <a:avLst>
              <a:gd name="adj" fmla="val 4364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5592" y="2441448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741664" y="2423160"/>
            <a:ext cx="2624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Spisak Agency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741664" y="2770632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Washington, DC · NWSL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165592" y="3200400"/>
            <a:ext cx="308152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'By women. For women.' Founded by pro soccer star &amp; coach KJ Spisak. Representation, advocacy, brand building.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8165592" y="4206240"/>
            <a:ext cx="304495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165592" y="4206240"/>
            <a:ext cx="3044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Women's soccer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685800" y="4892040"/>
            <a:ext cx="10817352" cy="1005840"/>
          </a:xfrm>
          <a:prstGeom prst="roundRect">
            <a:avLst>
              <a:gd name="adj" fmla="val 10909"/>
            </a:avLst>
          </a:prstGeom>
          <a:solidFill>
            <a:srgbClr val="0B1220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516636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91640" y="5029200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D4A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Dexter's open lane:  </a:t>
            </a:r>
            <a:r>
              <a:rPr lang="en-US" sz="115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coaches and assistants (not just athletes), across all sports, at mid-major / D-II / D-III, plus NIL for Carolina athletes and families. No peer combines coach representation, NIL, and this geography.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685800" y="6547104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company sites; Shore Fire Media; Soccer America; Adweek Most Powerful Women in Sports 2026. Private firms report no financials.</a:t>
            </a:r>
            <a:endParaRPr lang="en-US" sz="700" dirty="0"/>
          </a:p>
        </p:txBody>
      </p:sp>
      <p:sp>
        <p:nvSpPr>
          <p:cNvPr id="30" name="Text 24"/>
          <p:cNvSpPr/>
          <p:nvPr/>
        </p:nvSpPr>
        <p:spPr>
          <a:xfrm>
            <a:off x="9174175" y="164592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kern="0" spc="100" dirty="0">
                <a:solidFill>
                  <a:srgbClr val="D4A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INTERNAL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b="1" kern="0" spc="30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HEADQUARTERS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each agency is headquartered.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Founder-led, women-built agencies are based across the country. Dexter Sports Co. is headquartered in Charlotte, NC.</a:t>
            </a:r>
            <a:endParaRPr lang="en-US" sz="13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A80812D-B2F8-3957-26E6-2890F9E3D24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3080"/>
            <a:ext cx="8321040" cy="43708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9828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HEADQUARTERS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9116568" y="2404872"/>
            <a:ext cx="182880" cy="182880"/>
          </a:xfrm>
          <a:prstGeom prst="ellipse">
            <a:avLst/>
          </a:prstGeom>
          <a:solidFill>
            <a:srgbClr val="D4A6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418320" y="23225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KMM Sports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18320" y="2560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City, OK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9116568" y="2971800"/>
            <a:ext cx="182880" cy="182880"/>
          </a:xfrm>
          <a:prstGeom prst="ellipse">
            <a:avLst/>
          </a:prstGeom>
          <a:solidFill>
            <a:srgbClr val="D4A6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418320" y="28895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Spisak Agency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41832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Washington, DC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9116568" y="3538728"/>
            <a:ext cx="182880" cy="182880"/>
          </a:xfrm>
          <a:prstGeom prst="ellipse">
            <a:avLst/>
          </a:prstGeom>
          <a:solidFill>
            <a:srgbClr val="D4A6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418320" y="34564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Sports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418320" y="369417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Angeles, CA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116568" y="4105656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418320" y="4023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F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 Sports Co.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418320" y="426110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Charlotte, NC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9116568" y="4672584"/>
            <a:ext cx="182880" cy="182880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418320" y="45902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OneForOne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418320" y="48280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/ online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098280" y="5532120"/>
            <a:ext cx="2487168" cy="868680"/>
          </a:xfrm>
          <a:prstGeom prst="roundRect">
            <a:avLst>
              <a:gd name="adj" fmla="val 10526"/>
            </a:avLst>
          </a:prstGeom>
          <a:solidFill>
            <a:srgbClr val="0B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281160" y="562356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>
                <a:solidFill>
                  <a:srgbClr val="D4A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 Sports Co.: the only agency in this group headquartered in the Carolinas.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85800" y="6547104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locations per company sites, LinkedIn, and press. OneForOne publishes no single HQ</a:t>
            </a:r>
            <a:r>
              <a:rPr lang="en-US" sz="70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Shading marks each agency's headquarters state.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9174175" y="164592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kern="0" spc="100" dirty="0">
                <a:solidFill>
                  <a:srgbClr val="D4A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INTERNAL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b="1" kern="0" spc="30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THIS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by a former </a:t>
            </a:r>
            <a:r>
              <a:rPr lang="en-US" sz="2900" i="1" dirty="0">
                <a:solidFill>
                  <a:srgbClr val="93B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Division I athlete.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Contract-trained, partnership-tested. Kim Dexter's background maps onto exactly what competitors charge for.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 Dexter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578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· Charlotte, NC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3017520"/>
            <a:ext cx="779069" cy="402336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017520"/>
            <a:ext cx="77906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47749" y="3017520"/>
            <a:ext cx="1905610" cy="402336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7749" y="3017520"/>
            <a:ext cx="190561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JURIS MASTER · FSU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36238" y="3017520"/>
            <a:ext cx="1422806" cy="402336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6238" y="3017520"/>
            <a:ext cx="142280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D-I · HOWARD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06440" y="2103120"/>
            <a:ext cx="2926080" cy="1783080"/>
          </a:xfrm>
          <a:prstGeom prst="roundRect">
            <a:avLst>
              <a:gd name="adj" fmla="val 5128"/>
            </a:avLst>
          </a:prstGeom>
          <a:solidFill>
            <a:srgbClr val="121A2B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472" y="2359152"/>
            <a:ext cx="420624" cy="42062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062472" y="28529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contracting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062472" y="3200400"/>
            <a:ext cx="24140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Juris Master in risk management and compliance — she reviews and negotiates contracts, buyouts and NIL deals directly.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9052560" y="2103120"/>
            <a:ext cx="2926080" cy="1783080"/>
          </a:xfrm>
          <a:prstGeom prst="roundRect">
            <a:avLst>
              <a:gd name="adj" fmla="val 5128"/>
            </a:avLst>
          </a:prstGeom>
          <a:solidFill>
            <a:srgbClr val="121A2B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2359152"/>
            <a:ext cx="420624" cy="42062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308592" y="28529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 &amp; gifts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9308592" y="3200400"/>
            <a:ext cx="24140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CFRE with 10+ years in major gifts, corporate partnerships and sponsorship — the second revenue line, as a core skill.</a:t>
            </a:r>
            <a:endParaRPr lang="en-US" sz="980" dirty="0"/>
          </a:p>
        </p:txBody>
      </p:sp>
      <p:sp>
        <p:nvSpPr>
          <p:cNvPr id="21" name="Shape 17"/>
          <p:cNvSpPr/>
          <p:nvPr/>
        </p:nvSpPr>
        <p:spPr>
          <a:xfrm>
            <a:off x="5806440" y="4069080"/>
            <a:ext cx="2926080" cy="1783080"/>
          </a:xfrm>
          <a:prstGeom prst="roundRect">
            <a:avLst>
              <a:gd name="adj" fmla="val 5128"/>
            </a:avLst>
          </a:prstGeom>
          <a:solidFill>
            <a:srgbClr val="121A2B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472" y="4325112"/>
            <a:ext cx="420624" cy="4206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062472" y="4818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a Power-5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6062472" y="5166360"/>
            <a:ext cx="24140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Associate Director of Development at Arkansas (SEC) — she knows how advancement, donors and ADs actually operate.</a:t>
            </a:r>
            <a:endParaRPr lang="en-US" sz="980" dirty="0"/>
          </a:p>
        </p:txBody>
      </p:sp>
      <p:sp>
        <p:nvSpPr>
          <p:cNvPr id="25" name="Shape 20"/>
          <p:cNvSpPr/>
          <p:nvPr/>
        </p:nvSpPr>
        <p:spPr>
          <a:xfrm>
            <a:off x="9052560" y="4069080"/>
            <a:ext cx="2926080" cy="1783080"/>
          </a:xfrm>
          <a:prstGeom prst="roundRect">
            <a:avLst>
              <a:gd name="adj" fmla="val 5128"/>
            </a:avLst>
          </a:prstGeom>
          <a:solidFill>
            <a:srgbClr val="121A2B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8592" y="4325112"/>
            <a:ext cx="420624" cy="42062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308592" y="4818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Athlete credibility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9308592" y="5166360"/>
            <a:ext cx="24140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former Howard volleyball student-athlete with a natural HBCU and women's-sports network the giants don't prioritize.</a:t>
            </a:r>
            <a:endParaRPr lang="en-US" sz="980" dirty="0"/>
          </a:p>
        </p:txBody>
      </p:sp>
      <p:sp>
        <p:nvSpPr>
          <p:cNvPr id="29" name="Text 23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 Sports Co.</a:t>
            </a: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Founder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9174175" y="164592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kern="0" spc="100" dirty="0">
                <a:solidFill>
                  <a:srgbClr val="D4A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INTERNAL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specialties. </a:t>
            </a:r>
            <a:r>
              <a:rPr lang="en-US" sz="2900" i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advocate.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next contract to the first NIL offer — coach representation and NIL guidance are the co-equal core.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5230368" cy="2331720"/>
          </a:xfrm>
          <a:prstGeom prst="roundRect">
            <a:avLst>
              <a:gd name="adj" fmla="val 4706"/>
            </a:avLst>
          </a:prstGeom>
          <a:solidFill>
            <a:srgbClr val="0B1220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37744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2563E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2551176"/>
            <a:ext cx="429768" cy="429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291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Representation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367588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and career representation for head and assistant coaches in every sport — focused on the women and mid-career assistants the big agencies overlook.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72784" y="2103120"/>
            <a:ext cx="5230368" cy="2331720"/>
          </a:xfrm>
          <a:prstGeom prst="roundRect">
            <a:avLst>
              <a:gd name="adj" fmla="val 4706"/>
            </a:avLst>
          </a:prstGeom>
          <a:solidFill>
            <a:srgbClr val="2563EB"/>
          </a:solidFill>
          <a:ln/>
        </p:spPr>
      </p:sp>
      <p:sp>
        <p:nvSpPr>
          <p:cNvPr id="11" name="Shape 8"/>
          <p:cNvSpPr/>
          <p:nvPr/>
        </p:nvSpPr>
        <p:spPr>
          <a:xfrm>
            <a:off x="6547104" y="237744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1D4FD7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551176"/>
            <a:ext cx="429768" cy="4297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47104" y="3291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 &amp; Brand Partnerships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547104" y="367588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7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and deal management for athletes and families navigating NIL — a co-equal specialty and the lead engine for the Before You Sign toolkit.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8580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LINES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85800" y="5029200"/>
            <a:ext cx="5230368" cy="1051560"/>
          </a:xfrm>
          <a:prstGeom prst="roundRect">
            <a:avLst>
              <a:gd name="adj" fmla="val 8696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14400" y="523951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B122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536752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5230368"/>
            <a:ext cx="4041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Desk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645920" y="5577840"/>
            <a:ext cx="40416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Flat-fee searches for mid-major &amp; D-II/III — paid by the school.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272784" y="5029200"/>
            <a:ext cx="5230368" cy="1051560"/>
          </a:xfrm>
          <a:prstGeom prst="roundRect">
            <a:avLst>
              <a:gd name="adj" fmla="val 8696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01384" y="523951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B1220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5367528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32904" y="5230368"/>
            <a:ext cx="4041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NFLPA Agent Rep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232904" y="5577840"/>
            <a:ext cx="40416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 NFL players once Kim is certified — 3% of contract.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 Sports Co.</a:t>
            </a:r>
            <a:r>
              <a:rPr lang="en-US" sz="8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What We Do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9174175" y="164592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kern="0" spc="100" dirty="0">
                <a:solidFill>
                  <a:srgbClr val="D4A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INTERNAL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b="1" kern="0" spc="30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and margin, </a:t>
            </a:r>
            <a:r>
              <a:rPr lang="en-US" sz="2900" i="1" dirty="0">
                <a:solidFill>
                  <a:srgbClr val="93B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moving together.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commercial model directly advances outcomes for women in sport — impact is embedded, not bolted 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121A2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6974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4290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Women-owned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411480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 and led by Kim Dexter — ownership and decisions rest with a woman operator in a male-dominated field.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529584" y="233172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121A2B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624" y="269748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49624" y="34290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Female-coach outcomes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849624" y="411480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prioritize placing and advancing women into higher-paid, higher-visibility roles.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373368" y="233172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121A2B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269748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93408" y="34290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Youth opportunity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693408" y="411480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 guidance helps Carolina athletes and families — including young women — build value early and equitably.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9217152" y="233172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121A2B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7192" y="269748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537192" y="34290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economics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9537192" y="411480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Success-based fees mean we win only when clients win. No conflict between doing well and doing good.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 Sports Co.</a:t>
            </a: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Social Enterprise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9174175" y="164592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kern="0" spc="100" dirty="0">
                <a:solidFill>
                  <a:srgbClr val="D4A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INTERNAL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EARN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success-based </a:t>
            </a:r>
            <a:r>
              <a:rPr lang="en-US" sz="2900" i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lines.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on both sides of the market — coaches and schools — plus two expansion lines.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10817352" cy="841248"/>
          </a:xfrm>
          <a:prstGeom prst="roundRect">
            <a:avLst>
              <a:gd name="adj" fmla="val 10870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24942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35915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18541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Representation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54480" y="253288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per placement across all levels — a floor protects revenue on lower-salary roles.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040880" y="227685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3%, min $6K/hire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10012680" y="2295144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10012680" y="229514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85800" y="3044952"/>
            <a:ext cx="10817352" cy="841248"/>
          </a:xfrm>
          <a:prstGeom prst="roundRect">
            <a:avLst>
              <a:gd name="adj" fmla="val 10870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" y="32369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3346704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54480" y="31729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 &amp; Brand Partnerships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554480" y="35204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and deal management for athletes and families — co-equal core line.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7040880" y="32644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facilitated deal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10012680" y="3282696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0" name="Text 16"/>
          <p:cNvSpPr/>
          <p:nvPr/>
        </p:nvSpPr>
        <p:spPr>
          <a:xfrm>
            <a:off x="10012680" y="328269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685800" y="4032504"/>
            <a:ext cx="10817352" cy="841248"/>
          </a:xfrm>
          <a:prstGeom prst="roundRect">
            <a:avLst>
              <a:gd name="adj" fmla="val 10870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14400" y="42245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1220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4334256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554480" y="41605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School-Paid Search Desk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554480" y="45079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Searches for mid-major &amp; D-II/III, priced below the big firms.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7040880" y="4251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~$15K / search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10012680" y="4270248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0012680" y="42702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685800" y="5020056"/>
            <a:ext cx="10817352" cy="841248"/>
          </a:xfrm>
          <a:prstGeom prst="roundRect">
            <a:avLst>
              <a:gd name="adj" fmla="val 10870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914400" y="52120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4A62A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5321808"/>
            <a:ext cx="237744" cy="23774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554480" y="51480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NFLPA Agent Commission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1554480" y="5495544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on NFL player contracts once Kim is certified.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7040880" y="523951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4A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3% of contract</a:t>
            </a:r>
            <a:endParaRPr lang="en-US" sz="1350" dirty="0"/>
          </a:p>
        </p:txBody>
      </p:sp>
      <p:sp>
        <p:nvSpPr>
          <p:cNvPr id="35" name="Shape 29"/>
          <p:cNvSpPr/>
          <p:nvPr/>
        </p:nvSpPr>
        <p:spPr>
          <a:xfrm>
            <a:off x="10012680" y="52578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10012680" y="5257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850" dirty="0"/>
          </a:p>
        </p:txBody>
      </p:sp>
      <p:sp>
        <p:nvSpPr>
          <p:cNvPr id="37" name="Text 31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 Sports Co.</a:t>
            </a:r>
            <a:r>
              <a:rPr lang="en-US" sz="8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Revenue Model</a:t>
            </a:r>
            <a:endParaRPr lang="en-US" sz="850" dirty="0"/>
          </a:p>
        </p:txBody>
      </p:sp>
      <p:sp>
        <p:nvSpPr>
          <p:cNvPr id="38" name="Text 32"/>
          <p:cNvSpPr/>
          <p:nvPr/>
        </p:nvSpPr>
        <p:spPr>
          <a:xfrm>
            <a:off x="9174175" y="164592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kern="0" spc="100" dirty="0">
                <a:solidFill>
                  <a:srgbClr val="D4A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INTERNAL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</a:t>
            </a:r>
            <a:r>
              <a:rPr lang="en-US" sz="2900" i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unlocks the next.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 built representing coaches and guiding NIL become the pipeline for search and agent work.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737360" y="3063240"/>
            <a:ext cx="8686800" cy="0"/>
          </a:xfrm>
          <a:prstGeom prst="line">
            <a:avLst/>
          </a:prstGeom>
          <a:noFill/>
          <a:ln w="2540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75104" y="2560320"/>
            <a:ext cx="1005840" cy="1005840"/>
          </a:xfrm>
          <a:prstGeom prst="ellipse">
            <a:avLst/>
          </a:prstGeom>
          <a:solidFill>
            <a:srgbClr val="2563EB"/>
          </a:solidFill>
          <a:ln/>
          <a:effectLst>
            <a:outerShdw blurRad="101600" dist="25400" dir="5400000" algn="bl" rotWithShape="0">
              <a:srgbClr val="CDD2D8">
                <a:alpha val="5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992" y="2807208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749040"/>
            <a:ext cx="3584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4069080"/>
            <a:ext cx="3584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Representation + NIL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60120" y="4572000"/>
            <a:ext cx="30358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the two core specialties; build the coach roster and the NIL newsletter funnel.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16168" y="2560320"/>
            <a:ext cx="1005840" cy="1005840"/>
          </a:xfrm>
          <a:prstGeom prst="ellipse">
            <a:avLst/>
          </a:prstGeom>
          <a:solidFill>
            <a:srgbClr val="0B1220"/>
          </a:solidFill>
          <a:ln/>
          <a:effectLst>
            <a:outerShdw blurRad="101600" dist="25400" dir="5400000" algn="bl" rotWithShape="0">
              <a:srgbClr val="CDD2D8">
                <a:alpha val="5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2807208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26864" y="3749040"/>
            <a:ext cx="3584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626864" y="4069080"/>
            <a:ext cx="3584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Desk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901184" y="4572000"/>
            <a:ext cx="30358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school-paid searches for mid-major &amp; D-II/III — revenue on both sides of the market.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9857232" y="2560320"/>
            <a:ext cx="1005840" cy="1005840"/>
          </a:xfrm>
          <a:prstGeom prst="ellipse">
            <a:avLst/>
          </a:prstGeom>
          <a:solidFill>
            <a:srgbClr val="D4A62A"/>
          </a:solidFill>
          <a:ln/>
          <a:effectLst>
            <a:outerShdw blurRad="101600" dist="25400" dir="5400000" algn="bl" rotWithShape="0">
              <a:srgbClr val="CDD2D8">
                <a:alpha val="50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4120" y="2807208"/>
            <a:ext cx="512064" cy="5120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67928" y="3749040"/>
            <a:ext cx="3584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D4A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567928" y="4069080"/>
            <a:ext cx="3584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NFLPA Agent Rep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842248" y="4572000"/>
            <a:ext cx="30358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NFL player representation on certification — the highest-value engagements.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 Sports Co.</a:t>
            </a:r>
            <a:r>
              <a:rPr lang="en-US" sz="8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Growth Roadmap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9174175" y="164592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kern="0" spc="100" dirty="0">
                <a:solidFill>
                  <a:srgbClr val="D4A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INTERNAL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FINANCIALS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scenarios, reaching </a:t>
            </a:r>
            <a:r>
              <a:rPr lang="en-US" sz="2900" i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breakeven by Year 5.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D4A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model with all four lines active. The school-paid search desk pushes EBITDA positive by Year 5.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057400"/>
          <a:ext cx="69494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2148840"/>
            <a:ext cx="3703320" cy="1371600"/>
          </a:xfrm>
          <a:prstGeom prst="roundRect">
            <a:avLst>
              <a:gd name="adj" fmla="val 8000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2404872"/>
            <a:ext cx="420624" cy="420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41080" y="238658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092440" y="280720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~$574K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8110728" y="3246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Y5 revenue · EBITDA +$31K  ·  35 coaches placed by Y5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7818120" y="3703320"/>
            <a:ext cx="3703320" cy="13716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3959352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41080" y="394106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UPSIDE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8092440" y="43616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~$729K</a:t>
            </a:r>
            <a:endParaRPr lang="en-US" sz="2300" dirty="0"/>
          </a:p>
        </p:txBody>
      </p:sp>
      <p:sp>
        <p:nvSpPr>
          <p:cNvPr id="15" name="Text 10"/>
          <p:cNvSpPr/>
          <p:nvPr/>
        </p:nvSpPr>
        <p:spPr>
          <a:xfrm>
            <a:off x="8110728" y="4800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Y5 revenue · EBITDA +$8K  ·  62 coaches placed by Y5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7818120" y="5257800"/>
            <a:ext cx="370332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9050">
            <a:solidFill>
              <a:srgbClr val="D4A62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046720" y="5349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Breakeven in Year 5.  </a:t>
            </a:r>
            <a:r>
              <a:rPr lang="en-US" sz="9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the school-paid search desk turns EBITDA positive by Y5 in both cases.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685800" y="6473952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are placeholders for illustration only and do not constitute a forecast. All four lines active from their launch years.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9174175" y="164592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kern="0" spc="100" dirty="0">
                <a:solidFill>
                  <a:srgbClr val="D4A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INTERNAL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manage conflicts </a:t>
            </a:r>
            <a:r>
              <a:rPr lang="en-US" sz="2900" i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day one.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Representing both coaches and the players they recruit draws scrutiny. We address it before it's a problem.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5230368" cy="1645920"/>
          </a:xfrm>
          <a:prstGeom prst="roundRect">
            <a:avLst>
              <a:gd name="adj" fmla="val 6667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377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359152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761488"/>
            <a:ext cx="40416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Agencies that represent college coaches and NFL players at once face public criticism and conflict-of-interest questions.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72784" y="2103120"/>
            <a:ext cx="5230368" cy="1645920"/>
          </a:xfrm>
          <a:prstGeom prst="roundRect">
            <a:avLst>
              <a:gd name="adj" fmla="val 6667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23774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87184" y="2359152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policy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187184" y="2761488"/>
            <a:ext cx="40416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written conflict policy before NFLPA certification — separate the coach and player books, with disclosure and client consent.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85800" y="3931920"/>
            <a:ext cx="5230368" cy="1645920"/>
          </a:xfrm>
          <a:prstGeom prst="roundRect">
            <a:avLst>
              <a:gd name="adj" fmla="val 6667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2062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4187952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Search-desk discipline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600200" y="4590288"/>
            <a:ext cx="40416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negotiate for a coach and take a school fee on the same hire without disclosure and consent.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272784" y="3931920"/>
            <a:ext cx="5230368" cy="1645920"/>
          </a:xfrm>
          <a:prstGeom prst="roundRect">
            <a:avLst>
              <a:gd name="adj" fmla="val 6667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4" y="420624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87184" y="4187952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fit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7187184" y="4590288"/>
            <a:ext cx="40416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Kim's Juris Master in contracting and compliance makes governance a credibility asset, not an afterthought.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 Sports Co.</a:t>
            </a:r>
            <a:r>
              <a:rPr lang="en-US" sz="8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Governance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9174175" y="164592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kern="0" spc="100" dirty="0">
                <a:solidFill>
                  <a:srgbClr val="D4A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INTERNAL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b="1" kern="0" spc="30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base for a </a:t>
            </a:r>
            <a:r>
              <a:rPr lang="en-US" sz="3000" i="1" dirty="0">
                <a:solidFill>
                  <a:srgbClr val="93B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multi-line business.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raising a seed round to build the team, systems, and certifications behind a phased representation firm.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5257800" cy="1508760"/>
          </a:xfrm>
          <a:prstGeom prst="roundRect">
            <a:avLst>
              <a:gd name="adj" fmla="val 7273"/>
            </a:avLst>
          </a:prstGeom>
          <a:solidFill>
            <a:srgbClr val="121A2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6060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56032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network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1640" y="299923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Representation and NIL staff plus the relationships to drive deal flow on both sides of the market.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72784" y="2286000"/>
            <a:ext cx="5257800" cy="1508760"/>
          </a:xfrm>
          <a:prstGeom prst="roundRect">
            <a:avLst>
              <a:gd name="adj" fmla="val 7273"/>
            </a:avLst>
          </a:prstGeom>
          <a:solidFill>
            <a:srgbClr val="121A2B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260604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78624" y="256032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NFLPA certification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278624" y="299923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the path to certified agent status and NFL client acquisition.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85800" y="3977640"/>
            <a:ext cx="5257800" cy="1508760"/>
          </a:xfrm>
          <a:prstGeom prst="roundRect">
            <a:avLst>
              <a:gd name="adj" fmla="val 7273"/>
            </a:avLst>
          </a:prstGeom>
          <a:solidFill>
            <a:srgbClr val="121A2B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29768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25196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 platform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691640" y="469087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Compliance, tooling, and BD behind the Before You Sign toolkit and newsletter funnel.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272784" y="3977640"/>
            <a:ext cx="5257800" cy="1508760"/>
          </a:xfrm>
          <a:prstGeom prst="roundRect">
            <a:avLst>
              <a:gd name="adj" fmla="val 7273"/>
            </a:avLst>
          </a:prstGeom>
          <a:solidFill>
            <a:srgbClr val="121A2B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4" y="429768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78624" y="425196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&amp; marketing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7278624" y="469087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Dexter Sports Co. as the values-aligned name in representation.</a:t>
            </a:r>
            <a:endParaRPr lang="en-US" sz="12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5989320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51560" y="59893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803-203-5435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9509760" y="59893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dextersportsco.com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9174175" y="164592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kern="0" spc="100" dirty="0">
                <a:solidFill>
                  <a:srgbClr val="D4A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INTERNAL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2257</Words>
  <Application>Microsoft Office PowerPoint</Application>
  <PresentationFormat>Widescreen</PresentationFormat>
  <Paragraphs>278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Marcus Martin</cp:lastModifiedBy>
  <cp:revision>4</cp:revision>
  <dcterms:created xsi:type="dcterms:W3CDTF">2026-10-09T14:27:50Z</dcterms:created>
  <dcterms:modified xsi:type="dcterms:W3CDTF">2026-10-09T17:21:12Z</dcterms:modified>
</cp:coreProperties>
</file>