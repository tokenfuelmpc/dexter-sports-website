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4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-548640"/>
            <a:ext cx="5943600" cy="786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000" b="1" dirty="0">
                <a:solidFill>
                  <a:srgbClr val="12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43000" dirty="0"/>
          </a:p>
        </p:txBody>
      </p:sp>
      <p:sp>
        <p:nvSpPr>
          <p:cNvPr id="3" name="Shape 1"/>
          <p:cNvSpPr/>
          <p:nvPr/>
        </p:nvSpPr>
        <p:spPr>
          <a:xfrm>
            <a:off x="777240" y="59436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76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62456" y="5760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</a:t>
            </a: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Co.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200" b="1" kern="0" spc="2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REPRESENTATION</a:t>
            </a:r>
            <a:r>
              <a:rPr lang="en-US" sz="12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200" b="1" kern="0" spc="2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GUIDANCE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2860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talent.
Shape the opportunity.
</a:t>
            </a:r>
            <a:r>
              <a:rPr lang="en-US" sz="46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what lasts.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advocate for coaches — especially women coaches and the assistants the big agencies overlook — and for athletes and families navigating NIL.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&amp; COACH REPRESENTATION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Women-Owned Social Enterprise   ·   Charlotte, NC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coaches the big agencies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overlook.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31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063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$500K–$5M+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005840" y="3840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collegiate head-coaching salary range.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D4A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where one placed coach can change a career — and a program.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011680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9476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coaches are underrepresented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440680" y="2377440"/>
            <a:ext cx="5989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fill the assistant pipeline but rarely reach the top jobs. Dedicated, outcomes-focused representation is scarce.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09160" y="3172968"/>
            <a:ext cx="67665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383280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33192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has reached high school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5440680" y="3749040"/>
            <a:ext cx="5989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and South Carolina now permit HS NIL — a first-mover market for athletes and families navigating offers.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4544568"/>
            <a:ext cx="67665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754880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469087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is fragmented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5440680" y="5120640"/>
            <a:ext cx="5989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and athletes manage contracts, brand, and career moves with little integrated, values-aligned support.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The Opportunity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EXIST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pipeline that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stalls before the top.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fill the assistant-coach pipeline but rarely reach the head jobs — representation is scarcest exactly there.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~2/3</a:t>
            </a: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941832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full-time assistant coaches are women — the pipeline we serve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9584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58184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3100" dirty="0"/>
          </a:p>
        </p:txBody>
      </p:sp>
      <p:sp>
        <p:nvSpPr>
          <p:cNvPr id="12" name="Text 8"/>
          <p:cNvSpPr/>
          <p:nvPr/>
        </p:nvSpPr>
        <p:spPr>
          <a:xfrm>
            <a:off x="3785616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coaches on women's college teams are women (2024) — below the 1980s peak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73368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423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01968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3100" dirty="0"/>
          </a:p>
        </p:txBody>
      </p:sp>
      <p:sp>
        <p:nvSpPr>
          <p:cNvPr id="16" name="Text 11"/>
          <p:cNvSpPr/>
          <p:nvPr/>
        </p:nvSpPr>
        <p:spPr>
          <a:xfrm>
            <a:off x="6629400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women's-team head coaches are women of color; 44% of D-I schools employ none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217152" y="21488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24231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45752" y="2926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55%</a:t>
            </a: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  <a:endParaRPr lang="en-US" sz="3100" dirty="0"/>
          </a:p>
        </p:txBody>
      </p:sp>
      <p:sp>
        <p:nvSpPr>
          <p:cNvPr id="20" name="Text 14"/>
          <p:cNvSpPr/>
          <p:nvPr/>
        </p:nvSpPr>
        <p:spPr>
          <a:xfrm>
            <a:off x="9473184" y="35204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are 43% of varsity athletes but 55% of undergraduates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85800" y="4617720"/>
            <a:ext cx="10817352" cy="1280160"/>
          </a:xfrm>
          <a:prstGeom prst="roundRect">
            <a:avLst>
              <a:gd name="adj" fmla="val 8571"/>
            </a:avLst>
          </a:prstGeom>
          <a:solidFill>
            <a:srgbClr val="0B122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956048"/>
            <a:ext cx="566928" cy="5669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74520" y="4773168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pipeline, a narrow top.  </a:t>
            </a:r>
            <a:r>
              <a:rPr lang="en-US" sz="115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agencies compete for Power-conference head coaches and star athletes. Women coaches and mid-career assistants — especially at mid-major, D-II and D-III, and in sports beyond basketball — rarely get an advocate. That's who Dexter is built for.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85800" y="645566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The Collective Think Tank, Women in NCAA Intercollegiate Athletics (2026), via WIA Report.  ** Tucker Center / WeCOACH, Women in College Coaching Report Card 2025–26 (94 D-I schools). Populations differ: Tucker covers D-I head coaches; the Collective Think Tank covers all coaches across 1,000+ schools.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FOCUS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coaches the big agencies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overlook.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agencies compete for the very top. We advocate for the coaches and athletes who rarely get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630168" cy="3200400"/>
          </a:xfrm>
          <a:prstGeom prst="roundRect">
            <a:avLst>
              <a:gd name="adj" fmla="val 3429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73405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56616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coaches &amp; assistants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425196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and assistant coaches in every sport — with a focus on the women and mid-career assistants most often overlooked.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79392" y="2194560"/>
            <a:ext cx="3630168" cy="3200400"/>
          </a:xfrm>
          <a:prstGeom prst="roundRect">
            <a:avLst>
              <a:gd name="adj" fmla="val 3429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7340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356616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Mid-major to Division III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99432" y="425196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beyond the Power-conference spotlight, where dedicated representation is scarcest.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72984" y="2194560"/>
            <a:ext cx="3630168" cy="3200400"/>
          </a:xfrm>
          <a:prstGeom prst="roundRect">
            <a:avLst>
              <a:gd name="adj" fmla="val 3429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93024" y="25603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73405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93024" y="3566160"/>
            <a:ext cx="29900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&amp; families on NIL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193024" y="4251960"/>
            <a:ext cx="299008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for athletes and families navigating NIL offers, brand deals, and what they mean for the future.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Where We Focus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GOOD COMPANY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a new wave of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women-built agencies.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growing cohort of founder-led, women-built agencies is reshaping representation. Dexter brings coaches and NIL together.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630168" cy="27432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4203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563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715768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4747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KMM Sports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3886200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Attorney-founder; full-service representation from high school to the professional ranks.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4480560"/>
            <a:ext cx="29900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480560"/>
            <a:ext cx="2990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athletes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79392" y="2194560"/>
            <a:ext cx="3630168" cy="27432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99432" y="254203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563E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715768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9432" y="34747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OneForOne Agency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99432" y="3886200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Female-founded, female-supported — connecting female athletes with brand partnerships.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99432" y="4480560"/>
            <a:ext cx="29900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99432" y="4480560"/>
            <a:ext cx="2990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&amp; brands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872984" y="2194560"/>
            <a:ext cx="3630168" cy="2743200"/>
          </a:xfrm>
          <a:prstGeom prst="roundRect">
            <a:avLst>
              <a:gd name="adj" fmla="val 4000"/>
            </a:avLst>
          </a:prstGeom>
          <a:solidFill>
            <a:srgbClr val="F3F1E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193024" y="254203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563EB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715768"/>
            <a:ext cx="429768" cy="4297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93024" y="347472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Spisak Agency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193024" y="3886200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by a pro soccer star and coach. By women, for women, in the NWSL.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193024" y="4480560"/>
            <a:ext cx="29900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193024" y="4480560"/>
            <a:ext cx="2990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Women's soccer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85800" y="52120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Dexter's focus — coach representation and NIL guidance together, for women coaches and Carolina athletes — is its own lane.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In Good Company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HEADQUARTERS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agency is headquartered.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Founder-led, women-built agencies are based across the country. Dexter Sports Co. is headquartered in Charlotte, NC.</a:t>
            </a:r>
            <a:endParaRPr lang="en-US" sz="13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32C8881-1EB5-94BE-0855-DF7249B8365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8321040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9828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HEADQUARTERS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116568" y="2587752"/>
            <a:ext cx="182880" cy="182880"/>
          </a:xfrm>
          <a:prstGeom prst="ellipse">
            <a:avLst/>
          </a:prstGeom>
          <a:solidFill>
            <a:srgbClr val="D4A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18320" y="2505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KMM Sports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City, OK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116568" y="3246120"/>
            <a:ext cx="182880" cy="182880"/>
          </a:xfrm>
          <a:prstGeom prst="ellipse">
            <a:avLst/>
          </a:prstGeom>
          <a:solidFill>
            <a:srgbClr val="D4A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418320" y="3163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Spisak Agency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418320" y="34015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Washington, DC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116568" y="3904488"/>
            <a:ext cx="182880" cy="182880"/>
          </a:xfrm>
          <a:prstGeom prst="ellipse">
            <a:avLst/>
          </a:prstGeom>
          <a:solidFill>
            <a:srgbClr val="D4A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418320" y="3822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Sports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18320" y="405993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CA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116568" y="4562856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41832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418320" y="47183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Charlotte, NC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116568" y="5221224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418320" y="5138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OneForOne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18320" y="53766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/ online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5800" y="6547104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locations per company sites and press. OneForOne publishes no single HQ</a:t>
            </a:r>
            <a:r>
              <a:rPr lang="en-US" sz="7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Shading marks each agency's headquarters state.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THIS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by a former </a:t>
            </a:r>
            <a:r>
              <a:rPr lang="en-US" sz="29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 I athlete.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Contract-trained, partnership-tested. Kim Dexter's background maps onto exactly what competitors charge for.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Dexter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Charlotte, NC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017520"/>
            <a:ext cx="779069" cy="402336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017520"/>
            <a:ext cx="77906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7749" y="3017520"/>
            <a:ext cx="1905610" cy="402336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7749" y="3017520"/>
            <a:ext cx="190561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 MASTER · FSU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6238" y="3017520"/>
            <a:ext cx="1422806" cy="402336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6238" y="3017520"/>
            <a:ext cx="142280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D-I · HOWARD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210312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2359152"/>
            <a:ext cx="420624" cy="4206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062472" y="2852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contracting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062472" y="320040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Juris Master in risk management and compliance — she reviews and negotiates contracts, buyouts and NIL deals directly.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9052560" y="210312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359152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308592" y="2852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&amp; gifts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9308592" y="320040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CFRE with 10+ years in major gifts, corporate partnerships and sponsorship — the second revenue line, as a core skill.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5806440" y="406908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4325112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62472" y="4818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Power-5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062472" y="516636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 Director of Development at Arkansas (SEC) — she knows how advancement, donors and ADs actually operate.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9052560" y="4069080"/>
            <a:ext cx="292608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4325112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08592" y="4818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 credibility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308592" y="5166360"/>
            <a:ext cx="2414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former Howard volleyball student-athlete with a natural HBCU and women's-sports network the giants don't prioritize.</a:t>
            </a:r>
            <a:endParaRPr lang="en-US" sz="980" dirty="0"/>
          </a:p>
        </p:txBody>
      </p:sp>
      <p:sp>
        <p:nvSpPr>
          <p:cNvPr id="29" name="Text 23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Founder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specialties. </a:t>
            </a:r>
            <a:r>
              <a:rPr lang="en-US" sz="2900" i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advocate.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next contract to the first NIL offer — we help clients understand what's on the table, what it really costs, and what it means for the future.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230368" cy="3108960"/>
          </a:xfrm>
          <a:prstGeom prst="roundRect">
            <a:avLst>
              <a:gd name="adj" fmla="val 3529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6060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7980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611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Representation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41148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and career representation for head and assistant coaches in every sport — contracts, extensions, buyouts, and your next move, with a focus on the women and mid-career assistants the big agencies overlook.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72784" y="2286000"/>
            <a:ext cx="5230368" cy="3108960"/>
          </a:xfrm>
          <a:prstGeom prst="roundRect">
            <a:avLst>
              <a:gd name="adj" fmla="val 3529"/>
            </a:avLst>
          </a:prstGeom>
          <a:solidFill>
            <a:srgbClr val="2563EB"/>
          </a:solidFill>
          <a:ln/>
        </p:spPr>
      </p:sp>
      <p:sp>
        <p:nvSpPr>
          <p:cNvPr id="11" name="Shape 8"/>
          <p:cNvSpPr/>
          <p:nvPr/>
        </p:nvSpPr>
        <p:spPr>
          <a:xfrm>
            <a:off x="6592824" y="260604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1D4FD7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7980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92824" y="3611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&amp; Brand Partnerships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592824" y="41148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7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and deal management for athletes and families navigating NIL — evaluating offers, asking informed questions, and managing brand partnerships, from the first offer onward.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AE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What We Do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100" b="1" kern="0" spc="300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and margin, </a:t>
            </a:r>
            <a:r>
              <a:rPr lang="en-US" sz="29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together.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commercial model directly advances outcomes for women in sport — impact is embedded, not bolted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97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Women-owned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and led by Kim Dexter — ownership and decisions rest with a woman operator in a male-dominated field.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29584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26974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9624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Female-coach outcomes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849624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prioritize placing and advancing women into higher-paid, higher-visibility roles.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73368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6974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93408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opportunity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93408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guidance helps Carolina athletes and families — including young women — build value early and equitably.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217152" y="23317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121A2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2" y="269748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37192" y="34290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economics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537192" y="411480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Success-based fees mean we win only when clients win. No conflict between doing well and doing good.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Sports Co.</a:t>
            </a: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Social Enterprise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-548640"/>
            <a:ext cx="5943600" cy="786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000" b="1" dirty="0">
                <a:solidFill>
                  <a:srgbClr val="12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43000" dirty="0"/>
          </a:p>
        </p:txBody>
      </p:sp>
      <p:sp>
        <p:nvSpPr>
          <p:cNvPr id="3" name="Shape 1"/>
          <p:cNvSpPr/>
          <p:nvPr/>
        </p:nvSpPr>
        <p:spPr>
          <a:xfrm>
            <a:off x="777240" y="59436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76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62456" y="5760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 </a:t>
            </a: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Co.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talent. </a:t>
            </a:r>
            <a:r>
              <a:rPr lang="en-US" sz="3400" i="1" dirty="0">
                <a:solidFill>
                  <a:srgbClr val="93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the opportunity.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39319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and NIL guidance, built for the coaches and athletes the big agencies overlook — led by a former Division I athlete.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21208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521208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803-203-5435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7150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57150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dextersportsco.com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1116</Words>
  <Application>Microsoft Office PowerPoint</Application>
  <PresentationFormat>Widescreen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Marcus Martin</cp:lastModifiedBy>
  <cp:revision>3</cp:revision>
  <dcterms:created xsi:type="dcterms:W3CDTF">2026-10-09T14:29:05Z</dcterms:created>
  <dcterms:modified xsi:type="dcterms:W3CDTF">2026-10-09T15:23:42Z</dcterms:modified>
</cp:coreProperties>
</file>