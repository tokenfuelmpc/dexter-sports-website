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-548640"/>
            <a:ext cx="5943600" cy="786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3000" b="1" dirty="0">
                <a:solidFill>
                  <a:srgbClr val="12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43000" dirty="0"/>
          </a:p>
        </p:txBody>
      </p:sp>
      <p:sp>
        <p:nvSpPr>
          <p:cNvPr id="3" name="Shape 1"/>
          <p:cNvSpPr/>
          <p:nvPr/>
        </p:nvSpPr>
        <p:spPr>
          <a:xfrm>
            <a:off x="777240" y="594360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5760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62456" y="576072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</a:t>
            </a:r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Sports Co.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200" b="1" spc="200" kern="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REPRESENTATION</a:t>
            </a:r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200" b="1" spc="200" kern="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GUIDANCE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4672" y="22860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the talent.
</a:t>
            </a:r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the opportunity.
</a:t>
            </a:r>
            <a:pPr indent="0" marL="0">
              <a:lnSpc>
                <a:spcPct val="102000"/>
              </a:lnSpc>
              <a:buNone/>
            </a:pPr>
            <a:r>
              <a:rPr lang="en-US" sz="4600" i="1" dirty="0">
                <a:solidFill>
                  <a:srgbClr val="93B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what lasts.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advocate for coaches — especially women coaches and the assistants the big agencies overlook — and for athletes and families navigating NIL.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59893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ATHLETE &amp; COACH REPRESENTATION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Women-Owned Social Enterprise   ·   Charlotte, NC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coaches the big agencies </a:t>
            </a:r>
            <a:pPr indent="0" marL="0">
              <a:buNone/>
            </a:pP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overlook.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3657600" cy="3977640"/>
          </a:xfrm>
          <a:prstGeom prst="roundRect">
            <a:avLst>
              <a:gd name="adj" fmla="val 3000"/>
            </a:avLst>
          </a:prstGeom>
          <a:solidFill>
            <a:srgbClr val="0B122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33172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30632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$500K–$5M+</a:t>
            </a:r>
            <a:endParaRPr lang="en-US" sz="3300" dirty="0"/>
          </a:p>
        </p:txBody>
      </p:sp>
      <p:sp>
        <p:nvSpPr>
          <p:cNvPr id="7" name="Text 4"/>
          <p:cNvSpPr/>
          <p:nvPr/>
        </p:nvSpPr>
        <p:spPr>
          <a:xfrm>
            <a:off x="1005840" y="384048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collegiate head-coaching salary range.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05840" y="48920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D4A6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market where one placed coach can change a career — and a program.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011680"/>
            <a:ext cx="47548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1947672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Female coaches are underrepresented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5440680" y="2377440"/>
            <a:ext cx="5989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fill the assistant pipeline but rarely reach the top jobs. Dedicated, outcomes-focused representation is scarce.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709160" y="3172968"/>
            <a:ext cx="6766560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3383280"/>
            <a:ext cx="475488" cy="4754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40680" y="3319272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has reached high school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5440680" y="3749040"/>
            <a:ext cx="5989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and South Carolina now permit HS NIL — a first-mover market for athletes and families navigating offers.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709160" y="4544568"/>
            <a:ext cx="6766560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4754880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40680" y="4690872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is fragmented</a:t>
            </a:r>
            <a:endParaRPr lang="en-US" sz="1650" dirty="0"/>
          </a:p>
        </p:txBody>
      </p:sp>
      <p:sp>
        <p:nvSpPr>
          <p:cNvPr id="19" name="Text 13"/>
          <p:cNvSpPr/>
          <p:nvPr/>
        </p:nvSpPr>
        <p:spPr>
          <a:xfrm>
            <a:off x="5440680" y="5120640"/>
            <a:ext cx="5989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Coaches and athletes manage contracts, brand, and career moves with little integrated, values-aligned support.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pPr indent="0" marL="0">
              <a:buNone/>
            </a:pPr>
            <a:r>
              <a:rPr lang="en-US" sz="850" dirty="0">
                <a:solidFill>
                  <a:srgbClr val="AEB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The Opportunity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EXIST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pipeline that </a:t>
            </a:r>
            <a:pPr indent="0" marL="0">
              <a:buNone/>
            </a:pP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stalls before the top.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fill the assistant-coach pipeline but rarely reach the head jobs — representation is scarcest exactly there.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4231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92608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~2/3</a:t>
            </a:r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*</a:t>
            </a:r>
            <a:endParaRPr lang="en-US" sz="3100" dirty="0"/>
          </a:p>
        </p:txBody>
      </p:sp>
      <p:sp>
        <p:nvSpPr>
          <p:cNvPr id="8" name="Text 5"/>
          <p:cNvSpPr/>
          <p:nvPr/>
        </p:nvSpPr>
        <p:spPr>
          <a:xfrm>
            <a:off x="941832" y="352044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full-time assistant coaches are women — the pipeline we serve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529584" y="21488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904" y="242316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58184" y="292608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*</a:t>
            </a:r>
            <a:endParaRPr lang="en-US" sz="3100" dirty="0"/>
          </a:p>
        </p:txBody>
      </p:sp>
      <p:sp>
        <p:nvSpPr>
          <p:cNvPr id="12" name="Text 8"/>
          <p:cNvSpPr/>
          <p:nvPr/>
        </p:nvSpPr>
        <p:spPr>
          <a:xfrm>
            <a:off x="3785616" y="352044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coaches on women's college teams are women (2024) — below the 1980s peak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373368" y="21488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242316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601968" y="292608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7.3%</a:t>
            </a:r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*</a:t>
            </a:r>
            <a:endParaRPr lang="en-US" sz="3100" dirty="0"/>
          </a:p>
        </p:txBody>
      </p:sp>
      <p:sp>
        <p:nvSpPr>
          <p:cNvPr id="16" name="Text 11"/>
          <p:cNvSpPr/>
          <p:nvPr/>
        </p:nvSpPr>
        <p:spPr>
          <a:xfrm>
            <a:off x="6629400" y="352044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women's-team head coaches are women of color; 44% of D-I schools employ none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217152" y="21488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472" y="2423160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445752" y="292608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/ 55%</a:t>
            </a:r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*</a:t>
            </a:r>
            <a:endParaRPr lang="en-US" sz="3100" dirty="0"/>
          </a:p>
        </p:txBody>
      </p:sp>
      <p:sp>
        <p:nvSpPr>
          <p:cNvPr id="20" name="Text 14"/>
          <p:cNvSpPr/>
          <p:nvPr/>
        </p:nvSpPr>
        <p:spPr>
          <a:xfrm>
            <a:off x="9473184" y="352044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are 43% of varsity athletes but 55% of undergraduates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85800" y="4617720"/>
            <a:ext cx="10817352" cy="1280160"/>
          </a:xfrm>
          <a:prstGeom prst="roundRect">
            <a:avLst>
              <a:gd name="adj" fmla="val 8571"/>
            </a:avLst>
          </a:prstGeom>
          <a:solidFill>
            <a:srgbClr val="0B1220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956048"/>
            <a:ext cx="566928" cy="56692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874520" y="4773168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pipeline, a narrow top. 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agencies compete for Power-conference head coaches and star athletes. Women coaches and mid-career assistants — especially at mid-major, D-II and D-III, and in sports beyond basketball — rarely get an advocate. That's who Dexter is built for.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685800" y="6455664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The Collective Think Tank, Women in NCAA Intercollegiate Athletics (2026), via WIA Report.  ** Tucker Center / WeCOACH, Women in College Coaching Report Card 2025–26 (94 D-I schools). Populations differ: Tucker covers D-I head coaches; the Collective Think Tank covers all coaches across 1,000+ schools.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FOCUS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coaches the big agencies </a:t>
            </a:r>
            <a:pPr indent="0" marL="0">
              <a:buNone/>
            </a:pP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overlook.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agencies compete for the very top. We advocate for the coaches and athletes who rarely get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630168" cy="3200400"/>
          </a:xfrm>
          <a:prstGeom prst="roundRect">
            <a:avLst>
              <a:gd name="adj" fmla="val 3429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56032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2563E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734056"/>
            <a:ext cx="475488" cy="4754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3566160"/>
            <a:ext cx="29900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coaches &amp; assistants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05840" y="4251960"/>
            <a:ext cx="299008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and assistant coaches in every sport — with a focus on the women and mid-career assistants most often overlooked.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79392" y="2194560"/>
            <a:ext cx="3630168" cy="3200400"/>
          </a:xfrm>
          <a:prstGeom prst="roundRect">
            <a:avLst>
              <a:gd name="adj" fmla="val 3429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99432" y="256032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2563E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2734056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99432" y="3566160"/>
            <a:ext cx="29900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Mid-major to Division III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599432" y="4251960"/>
            <a:ext cx="299008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beyond the Power-conference spotlight, where dedicated representation is scarcest.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72984" y="2194560"/>
            <a:ext cx="3630168" cy="3200400"/>
          </a:xfrm>
          <a:prstGeom prst="roundRect">
            <a:avLst>
              <a:gd name="adj" fmla="val 3429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93024" y="256032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2563E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734056"/>
            <a:ext cx="475488" cy="47548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193024" y="3566160"/>
            <a:ext cx="29900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Athletes &amp; families on NIL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8193024" y="4251960"/>
            <a:ext cx="299008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for athletes and families navigating NIL offers, brand deals, and what they mean for the future.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pPr indent="0" marL="0">
              <a:buNone/>
            </a:pPr>
            <a:r>
              <a:rPr lang="en-US" sz="850" dirty="0">
                <a:solidFill>
                  <a:srgbClr val="AEB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Where We Focus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GOOD COMPANY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of a new wave of </a:t>
            </a:r>
            <a:pPr indent="0" marL="0">
              <a:buNone/>
            </a:pP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women-built agencies.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growing cohort of founder-led, women-built agencies is reshaping representation. Dexter brings coaches and NIL together.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630168" cy="27432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54203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2563E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715768"/>
            <a:ext cx="429768" cy="4297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3474720"/>
            <a:ext cx="29900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KMM Sports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05840" y="3886200"/>
            <a:ext cx="299008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Attorney-founder; full-service representation from high school to the professional ranks.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05840" y="4480560"/>
            <a:ext cx="299008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4480560"/>
            <a:ext cx="29900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athletes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79392" y="2194560"/>
            <a:ext cx="3630168" cy="27432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99432" y="254203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2563EB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2715768"/>
            <a:ext cx="429768" cy="4297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99432" y="3474720"/>
            <a:ext cx="29900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OneForOne Agency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599432" y="3886200"/>
            <a:ext cx="299008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Female-founded, female-supported — connecting female athletes with brand partnerships.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99432" y="4480560"/>
            <a:ext cx="299008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599432" y="4480560"/>
            <a:ext cx="29900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&amp; brands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7872984" y="2194560"/>
            <a:ext cx="3630168" cy="27432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193024" y="254203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2563EB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715768"/>
            <a:ext cx="429768" cy="42976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193024" y="3474720"/>
            <a:ext cx="29900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Spisak Agency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193024" y="3886200"/>
            <a:ext cx="299008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Founded by a pro soccer star and coach. By women, for women, in the NWSL.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8193024" y="4480560"/>
            <a:ext cx="299008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193024" y="4480560"/>
            <a:ext cx="29900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Women's soccer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685800" y="521208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Dexter's focus — coach representation and NIL guidance together, for women coaches and Carolina athletes — is its own lane.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pPr indent="0" marL="0">
              <a:buNone/>
            </a:pPr>
            <a:r>
              <a:rPr lang="en-US" sz="850" dirty="0">
                <a:solidFill>
                  <a:srgbClr val="AEB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In Good Company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REGIONS OF FOCUS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peers sit — and where </a:t>
            </a:r>
            <a:pPr indent="0" marL="0">
              <a:buNone/>
            </a:pP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focus.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national movement with local roots. Dexter is built in the Carolinas, for the Southeast and beyond.</a:t>
            </a:r>
            <a:endParaRPr lang="en-US" sz="1350" dirty="0"/>
          </a:p>
        </p:txBody>
      </p:sp>
      <p:pic>
        <p:nvPicPr>
          <p:cNvPr id="5" name="Image 0" descr="/home/claude/us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83080"/>
            <a:ext cx="8321040" cy="43708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098280" y="21031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BASE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9116568" y="2587752"/>
            <a:ext cx="182880" cy="182880"/>
          </a:xfrm>
          <a:prstGeom prst="ellipse">
            <a:avLst/>
          </a:prstGeom>
          <a:solidFill>
            <a:srgbClr val="D4A62A"/>
          </a:solidFill>
          <a:ln/>
        </p:spPr>
      </p:sp>
      <p:sp>
        <p:nvSpPr>
          <p:cNvPr id="8" name="Text 5"/>
          <p:cNvSpPr/>
          <p:nvPr/>
        </p:nvSpPr>
        <p:spPr>
          <a:xfrm>
            <a:off x="9418320" y="250545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KMM Sports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418320" y="27432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Oklahoma City, OK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9116568" y="3246120"/>
            <a:ext cx="182880" cy="182880"/>
          </a:xfrm>
          <a:prstGeom prst="ellipse">
            <a:avLst/>
          </a:prstGeom>
          <a:solidFill>
            <a:srgbClr val="D4A62A"/>
          </a:solidFill>
          <a:ln/>
        </p:spPr>
      </p:sp>
      <p:sp>
        <p:nvSpPr>
          <p:cNvPr id="11" name="Text 8"/>
          <p:cNvSpPr/>
          <p:nvPr/>
        </p:nvSpPr>
        <p:spPr>
          <a:xfrm>
            <a:off x="9418320" y="316382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Spisak Agency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340156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Washington, DC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9116568" y="3904488"/>
            <a:ext cx="182880" cy="182880"/>
          </a:xfrm>
          <a:prstGeom prst="ellipse">
            <a:avLst/>
          </a:prstGeom>
          <a:solidFill>
            <a:srgbClr val="D4A62A"/>
          </a:solidFill>
          <a:ln/>
        </p:spPr>
      </p:sp>
      <p:sp>
        <p:nvSpPr>
          <p:cNvPr id="14" name="Text 11"/>
          <p:cNvSpPr/>
          <p:nvPr/>
        </p:nvSpPr>
        <p:spPr>
          <a:xfrm>
            <a:off x="9418320" y="382219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Sports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418320" y="4059936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Angeles, CA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116568" y="4562856"/>
            <a:ext cx="182880" cy="1828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7" name="Text 14"/>
          <p:cNvSpPr/>
          <p:nvPr/>
        </p:nvSpPr>
        <p:spPr>
          <a:xfrm>
            <a:off x="9418320" y="4480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9418320" y="4718304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Charlotte, NC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9116568" y="5221224"/>
            <a:ext cx="182880" cy="18288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0" name="Text 17"/>
          <p:cNvSpPr/>
          <p:nvPr/>
        </p:nvSpPr>
        <p:spPr>
          <a:xfrm>
            <a:off x="9418320" y="513892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OneForOne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9418320" y="5376672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/ online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85800" y="6547104"/>
            <a:ext cx="10789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locations per company sites and press. OneForOne publishes no single HQ. Shading marks each agency's home state, not its only market.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THIS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by a former </a:t>
            </a:r>
            <a:pPr indent="0" marL="0">
              <a:buNone/>
            </a:pPr>
            <a:r>
              <a:rPr lang="en-US" sz="2900" i="1" dirty="0">
                <a:solidFill>
                  <a:srgbClr val="93B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Division I athlete.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Contract-trained, partnership-tested. Kim Dexter's background maps onto exactly what competitors charge for.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2103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 Dexter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57860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· Charlotte, NC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3017520"/>
            <a:ext cx="779069" cy="402336"/>
          </a:xfrm>
          <a:prstGeom prst="roundRect">
            <a:avLst>
              <a:gd name="adj" fmla="val 50000"/>
            </a:avLst>
          </a:prstGeom>
          <a:solidFill>
            <a:srgbClr val="121A2B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017520"/>
            <a:ext cx="77906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CFRE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647749" y="3017520"/>
            <a:ext cx="1905610" cy="402336"/>
          </a:xfrm>
          <a:prstGeom prst="roundRect">
            <a:avLst>
              <a:gd name="adj" fmla="val 50000"/>
            </a:avLst>
          </a:prstGeom>
          <a:solidFill>
            <a:srgbClr val="121A2B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47749" y="3017520"/>
            <a:ext cx="190561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JURIS MASTER · FSU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736238" y="3017520"/>
            <a:ext cx="1422806" cy="402336"/>
          </a:xfrm>
          <a:prstGeom prst="roundRect">
            <a:avLst>
              <a:gd name="adj" fmla="val 50000"/>
            </a:avLst>
          </a:prstGeom>
          <a:solidFill>
            <a:srgbClr val="121A2B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36238" y="3017520"/>
            <a:ext cx="142280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D-I · HOWARD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806440" y="2103120"/>
            <a:ext cx="2926080" cy="1783080"/>
          </a:xfrm>
          <a:prstGeom prst="roundRect">
            <a:avLst>
              <a:gd name="adj" fmla="val 5128"/>
            </a:avLst>
          </a:prstGeom>
          <a:solidFill>
            <a:srgbClr val="121A2B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2472" y="2359152"/>
            <a:ext cx="420624" cy="42062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062472" y="285292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&amp; contracting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062472" y="3200400"/>
            <a:ext cx="24140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Juris Master in risk management and compliance — she reviews and negotiates contracts, buyouts and NIL deals directly.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9052560" y="2103120"/>
            <a:ext cx="2926080" cy="1783080"/>
          </a:xfrm>
          <a:prstGeom prst="roundRect">
            <a:avLst>
              <a:gd name="adj" fmla="val 5128"/>
            </a:avLst>
          </a:prstGeom>
          <a:solidFill>
            <a:srgbClr val="121A2B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8592" y="2359152"/>
            <a:ext cx="420624" cy="42062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9308592" y="285292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 &amp; gifts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9308592" y="3200400"/>
            <a:ext cx="24140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CFRE with 10+ years in major gifts, corporate partnerships and sponsorship — the second revenue line, as a core skill.</a:t>
            </a:r>
            <a:endParaRPr lang="en-US" sz="980" dirty="0"/>
          </a:p>
        </p:txBody>
      </p:sp>
      <p:sp>
        <p:nvSpPr>
          <p:cNvPr id="21" name="Shape 17"/>
          <p:cNvSpPr/>
          <p:nvPr/>
        </p:nvSpPr>
        <p:spPr>
          <a:xfrm>
            <a:off x="5806440" y="4069080"/>
            <a:ext cx="2926080" cy="1783080"/>
          </a:xfrm>
          <a:prstGeom prst="roundRect">
            <a:avLst>
              <a:gd name="adj" fmla="val 5128"/>
            </a:avLst>
          </a:prstGeom>
          <a:solidFill>
            <a:srgbClr val="121A2B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2472" y="4325112"/>
            <a:ext cx="420624" cy="4206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062472" y="481888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a Power-5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6062472" y="5166360"/>
            <a:ext cx="24140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Associate Director of Development at Arkansas (SEC) — she knows how advancement, donors and ADs actually operate.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9052560" y="4069080"/>
            <a:ext cx="2926080" cy="1783080"/>
          </a:xfrm>
          <a:prstGeom prst="roundRect">
            <a:avLst>
              <a:gd name="adj" fmla="val 5128"/>
            </a:avLst>
          </a:prstGeom>
          <a:solidFill>
            <a:srgbClr val="121A2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4325112"/>
            <a:ext cx="420624" cy="42062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308592" y="481888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Athlete credibility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9308592" y="5166360"/>
            <a:ext cx="24140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former Howard volleyball student-athlete with a natural HBCU and women's-sports network the giants don't prioritize.</a:t>
            </a:r>
            <a:endParaRPr lang="en-US" sz="980" dirty="0"/>
          </a:p>
        </p:txBody>
      </p:sp>
      <p:sp>
        <p:nvSpPr>
          <p:cNvPr id="29" name="Text 23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Founder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specialties. </a:t>
            </a:r>
            <a:pPr indent="0" marL="0">
              <a:buNone/>
            </a:pP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advocate.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next contract to the first NIL offer — we help clients understand what's on the table, what it really costs, and what it means for the future.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286000"/>
            <a:ext cx="5230368" cy="3108960"/>
          </a:xfrm>
          <a:prstGeom prst="roundRect">
            <a:avLst>
              <a:gd name="adj" fmla="val 3529"/>
            </a:avLst>
          </a:prstGeom>
          <a:solidFill>
            <a:srgbClr val="0B122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60604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2563E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2798064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36118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Representation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005840" y="411480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and career representation for head and assistant coaches in every sport — contracts, extensions, buyouts, and your next move, with a focus on the women and mid-career assistants the big agencies overlook.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72784" y="2286000"/>
            <a:ext cx="5230368" cy="3108960"/>
          </a:xfrm>
          <a:prstGeom prst="roundRect">
            <a:avLst>
              <a:gd name="adj" fmla="val 3529"/>
            </a:avLst>
          </a:prstGeom>
          <a:solidFill>
            <a:srgbClr val="2563EB"/>
          </a:solidFill>
          <a:ln/>
        </p:spPr>
      </p:sp>
      <p:sp>
        <p:nvSpPr>
          <p:cNvPr id="11" name="Shape 8"/>
          <p:cNvSpPr/>
          <p:nvPr/>
        </p:nvSpPr>
        <p:spPr>
          <a:xfrm>
            <a:off x="6592824" y="260604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1D4FD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2798064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592824" y="36118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&amp; Brand Partnerships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592824" y="411480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7E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and deal management for athletes and families navigating NIL — evaluating offers, asking informed questions, and managing brand partnerships, from the first offer onward.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pPr indent="0" marL="0">
              <a:buNone/>
            </a:pPr>
            <a:r>
              <a:rPr lang="en-US" sz="850" dirty="0">
                <a:solidFill>
                  <a:srgbClr val="AEB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What We Do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and margin, </a:t>
            </a:r>
            <a:pPr indent="0" marL="0">
              <a:buNone/>
            </a:pPr>
            <a:r>
              <a:rPr lang="en-US" sz="2900" i="1" dirty="0">
                <a:solidFill>
                  <a:srgbClr val="93B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moving together.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53619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commercial model directly advances outcomes for women in sport — impact is embedded, not bolted 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3317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121A2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6974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4290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Women-owned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41148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Founded and led by Kim Dexter — ownership and decisions rest with a woman operator in a male-dominated field.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529584" y="23317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121A2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624" y="269748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849624" y="34290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Female-coach outcomes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3849624" y="41148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prioritize placing and advancing women into higher-paid, higher-visibility roles.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373368" y="23317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121A2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08" y="2697480"/>
            <a:ext cx="548640" cy="5486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693408" y="34290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Youth opportunity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693408" y="41148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guidance helps Carolina athletes and families — including young women — build value early and equitably.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9217152" y="23317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121A2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7192" y="2697480"/>
            <a:ext cx="548640" cy="5486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537192" y="34290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economics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9537192" y="41148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Success-based fees mean we win only when clients win. No conflict between doing well and doing good.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Social Enterprise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-548640"/>
            <a:ext cx="5943600" cy="786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3000" b="1" dirty="0">
                <a:solidFill>
                  <a:srgbClr val="12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43000" dirty="0"/>
          </a:p>
        </p:txBody>
      </p:sp>
      <p:sp>
        <p:nvSpPr>
          <p:cNvPr id="3" name="Shape 1"/>
          <p:cNvSpPr/>
          <p:nvPr/>
        </p:nvSpPr>
        <p:spPr>
          <a:xfrm>
            <a:off x="777240" y="594360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5760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62456" y="576072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</a:t>
            </a:r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Sports Co.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468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the talent. </a:t>
            </a:r>
            <a:pPr indent="0" marL="0">
              <a:lnSpc>
                <a:spcPct val="105000"/>
              </a:lnSpc>
              <a:buNone/>
            </a:pPr>
            <a:r>
              <a:rPr lang="en-US" sz="3400" i="1" dirty="0">
                <a:solidFill>
                  <a:srgbClr val="93B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Shape the opportunity.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04672" y="39319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and NIL guidance, built for the coaches and athletes the big agencies overlook — led by a former Division I athlete.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212080"/>
            <a:ext cx="310896" cy="31089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88720" y="521208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803-203-5435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71500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571500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dextersportsco.com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2026-10-09T14:29:05Z</dcterms:created>
  <dcterms:modified xsi:type="dcterms:W3CDTF">2026-10-09T14:29:05Z</dcterms:modified>
</cp:coreProperties>
</file>